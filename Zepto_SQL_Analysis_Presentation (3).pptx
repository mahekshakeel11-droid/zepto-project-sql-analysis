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23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Exploration &amp;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Table creation and structure</a:t>
            </a:r>
          </a:p>
          <a:p>
            <a:r>
              <a:t>• Row count, null checks, duplicates</a:t>
            </a:r>
          </a:p>
          <a:p>
            <a:r>
              <a:t>• Price corrections and paise-to-rupee conversion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SQL Queries –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Top 10 best-value products by discount</a:t>
            </a:r>
          </a:p>
          <a:p>
            <a:r>
              <a:t>2. High MRP but out-of-stock items</a:t>
            </a:r>
          </a:p>
          <a:p>
            <a:r>
              <a:t>3. Estimated revenue per category</a:t>
            </a:r>
          </a:p>
          <a:p>
            <a:r>
              <a:t>4. Products with MRP &gt; 500 and discount &lt; 10%</a:t>
            </a:r>
          </a:p>
          <a:p>
            <a:r>
              <a:t>5. Categories with highest avg discount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Price-per-gram value ranking</a:t>
            </a:r>
          </a:p>
          <a:p>
            <a:r>
              <a:t>• Weight category grouping (Low/Medium/Bulk)</a:t>
            </a:r>
          </a:p>
          <a:p>
            <a:r>
              <a:t>• Total inventory weight per category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</Words>
  <Application>Microsoft Office PowerPoint</Application>
  <PresentationFormat>On-screen Show (4:3)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Data Exploration &amp; Cleaning</vt:lpstr>
      <vt:lpstr>Key SQL Queries – Analysis</vt:lpstr>
      <vt:lpstr>More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Exploration &amp; Cleaning</dc:title>
  <dc:subject/>
  <dc:creator>UPTEC</dc:creator>
  <cp:keywords/>
  <dc:description>generated using python-pptx</dc:description>
  <cp:lastModifiedBy>UPTEC</cp:lastModifiedBy>
  <cp:revision>2</cp:revision>
  <dcterms:created xsi:type="dcterms:W3CDTF">2013-01-27T09:14:16Z</dcterms:created>
  <dcterms:modified xsi:type="dcterms:W3CDTF">2025-11-28T09:56:41Z</dcterms:modified>
  <cp:category/>
</cp:coreProperties>
</file>